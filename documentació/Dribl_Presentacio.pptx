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16A34A"/>
                </a:solidFill>
              </a:rPr>
              <a:t>⚽  DRIBL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CCCCCC"/>
                </a:solidFill>
              </a:rPr>
              <a:t>Documentació Tècnica del Projecte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4ADE80"/>
                </a:solidFill>
              </a:rPr>
              <a:t>App de tecnificació futbolística amb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</a:rPr>
              <a:t>Visió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</a:rPr>
              <a:t>🎯  Objectiu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Ajudar futbolistes a millorar la seva tecnificació a través d'un joc per nivells.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📱  Com funciona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1. L'usuari veu un vídeo demostratiu d'un exercici tècnic.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2. Es grava amb la càmera del mòbil o ordinador fent l'exercici.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3. La IA detecta i compta els tocs en temps real.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4. Si completa l'objectiu, passa al nivell següent.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🌐  Accessible des de qualsevol dispositiu — mòbil, tablet, ordinador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</a:rPr>
              <a:t>Tecnologies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⚙️  Frontend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r>
              <a:rPr sz="1600">
                <a:solidFill>
                  <a:srgbClr val="CCCCCC"/>
                </a:solidFill>
              </a:rPr>
              <a:t> Next.js 16 — Framework web principal</a:t>
            </a:r>
          </a:p>
          <a:p>
            <a:r>
              <a:rPr sz="1600">
                <a:solidFill>
                  <a:srgbClr val="CCCCCC"/>
                </a:solidFill>
              </a:rPr>
              <a:t> React 18 — Components d'interfície</a:t>
            </a:r>
          </a:p>
          <a:p>
            <a:r>
              <a:rPr sz="1600">
                <a:solidFill>
                  <a:srgbClr val="CCCCCC"/>
                </a:solidFill>
              </a:rPr>
              <a:t> TypeScript — JavaScript amb tipat</a:t>
            </a:r>
          </a:p>
          <a:p>
            <a:r>
              <a:rPr sz="1600">
                <a:solidFill>
                  <a:srgbClr val="CCCCCC"/>
                </a:solidFill>
              </a:rPr>
              <a:t> Tailwind CSS — Estils</a:t>
            </a:r>
          </a:p>
          <a:p>
            <a:r>
              <a:rPr sz="1600">
                <a:solidFill>
                  <a:srgbClr val="CCCCCC"/>
                </a:solidFill>
              </a:rPr>
              <a:t> Framer Motion — Animacions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🤖  Intel·ligència Artificial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r>
              <a:rPr sz="1600">
                <a:solidFill>
                  <a:srgbClr val="CCCCCC"/>
                </a:solidFill>
              </a:rPr>
              <a:t> TensorFlow.js — IA al navegador</a:t>
            </a:r>
          </a:p>
          <a:p>
            <a:r>
              <a:rPr sz="1600">
                <a:solidFill>
                  <a:srgbClr val="CCCCCC"/>
                </a:solidFill>
              </a:rPr>
              <a:t> COCO-SSD — Detecció de la pilota</a:t>
            </a:r>
          </a:p>
          <a:p>
            <a:r>
              <a:rPr sz="1600">
                <a:solidFill>
                  <a:srgbClr val="CCCCCC"/>
                </a:solidFill>
              </a:rPr>
              <a:t> MoveNet — Detecció de postura/peus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r>
              <a:rPr sz="1600">
                <a:solidFill>
                  <a:srgbClr val="FFFFFF"/>
                </a:solidFill>
              </a:rPr>
              <a:t>☁️  Infraestructura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r>
              <a:rPr sz="1600">
                <a:solidFill>
                  <a:srgbClr val="CCCCCC"/>
                </a:solidFill>
              </a:rPr>
              <a:t> GitHub — Control de versions</a:t>
            </a:r>
          </a:p>
          <a:p>
            <a:r>
              <a:rPr sz="1600">
                <a:solidFill>
                  <a:srgbClr val="CCCCCC"/>
                </a:solidFill>
              </a:rPr>
              <a:t> Vercel — Desplegament automàtic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</a:rPr>
              <a:t>Arquitectura del Projecte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src/app/page.tsx              →   Menú principal (llista de nivells)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src/app/level/[id]/page.tsx  →   Pàgina de cada nivell (demo + exercici)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src/components/ExerciseCamera.tsx  →   Càmera + bucle de joc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src/components/VideoDemo.tsx       →   Reproductor del vídeo demostratiu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src/hooks/useBallTouchDetector.ts  →   Motor d'IA (detecció pilota i tocs)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src/data/levels.ts                 →   Definició de tots els nivells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public/manifest.json + sw.js       →   Fitxers PWA (instal·lació mòbil)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</a:rPr>
              <a:t>Flux de l'Aplicació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</a:rPr>
              <a:t>Menú  →  Demo vídeo  →  Loading IA  →  Countdown  →  Playing  →  Resultat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1️⃣   Menú principal — L'usuari veu els nivells disponibles i bloquejats.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2️⃣   Demo — Es reprodueix un vídeo explicatiu de l'exercici.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3️⃣   Loading — Es carreguen els dos models d'IA (~3-5 segons).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4️⃣   Countdown — Compte enrere 3, 2, 1, Va!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5️⃣   Playing — Bucle de detecció en temps real. Es compten els tocs.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6️⃣   Resultat — Success si completa l'objectiu, Timeout si s'acaba el temps.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</a:rPr>
              <a:t>Algorisme de Detecció de Tocs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</a:rPr>
              <a:t>Per cada frame de vídeo (~60 vegades/segon):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🔵  COCO-SSD detecta la pilota → posició normalitzada (0.0 – 1.0)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🔵  Si no la detecta, s'usa l'última posició fins a 300ms (persistència)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🔵  MoveNet detecta els 4 keypoints dels peus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🔵  Es calcula la distància euclidiana pilota ↔ peu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🔵  Si distància &lt; 0.18 durant ≥2 frames → possible toc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🔵  Quan la pilota s'allunya → TOC registrat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🔵  Cooldown 500ms entre tocs per evitar dobles comptatges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</a:rPr>
              <a:t>PWA — Instal·lació com a App Nativa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</a:rPr>
              <a:t>L'app es pot instal·lar al mòbil sense passar per cap App Store.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🤖  Android (Chrome)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El navegador mostra automàticament "Afegir a la pantalla d'inici".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🍎  iOS (Safari)</a:t>
            </a:r>
          </a:p>
          <a:p>
            <a:pPr algn="l"/>
            <a:r>
              <a:rPr sz="1700">
                <a:solidFill>
                  <a:srgbClr val="CCCCCC"/>
                </a:solidFill>
              </a:rPr>
              <a:t>  Botó Compartir → "Afegir a la pantalla d'inici".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✅  Un cop instal·lada: icona pròpia, pantalla completa, funciona offline.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</a:rPr>
              <a:t>Desplegament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🔁  Flux de treball continu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>
                <a:solidFill>
                  <a:srgbClr val="CCCCCC"/>
                </a:solidFill>
              </a:rPr>
              <a:t>  Editar codi  →  git push  →  Vercel redesplega automàticament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🌍  URL pública:  https://dribl.vercel.app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📦  Repositori:  github.com/gener74/dribl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💰  Cost actual: 0€  (pla gratuït de Vercel)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</a:rPr>
              <a:t>Pròxims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✅  Fet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r>
              <a:rPr sz="1600">
                <a:solidFill>
                  <a:srgbClr val="CCCCCC"/>
                </a:solidFill>
              </a:rPr>
              <a:t> Detecció de tocs amb IA</a:t>
            </a:r>
          </a:p>
          <a:p>
            <a:r>
              <a:rPr sz="1600">
                <a:solidFill>
                  <a:srgbClr val="CCCCCC"/>
                </a:solidFill>
              </a:rPr>
              <a:t> 3 nivells de dificultat</a:t>
            </a:r>
          </a:p>
          <a:p>
            <a:r>
              <a:rPr sz="1600">
                <a:solidFill>
                  <a:srgbClr val="CCCCCC"/>
                </a:solidFill>
              </a:rPr>
              <a:t> PWA instal·lable al mòbil</a:t>
            </a:r>
          </a:p>
          <a:p>
            <a:r>
              <a:rPr sz="1600">
                <a:solidFill>
                  <a:srgbClr val="CCCCCC"/>
                </a:solidFill>
              </a:rPr>
              <a:t> Desplegament a Vercel</a:t>
            </a:r>
          </a:p>
          <a:p>
            <a:r>
              <a:rPr sz="1600">
                <a:solidFill>
                  <a:srgbClr val="CCCCCC"/>
                </a:solidFill>
              </a:rPr>
              <a:t> Documentació tècnica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🔜  Pendent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r>
              <a:rPr sz="1600">
                <a:solidFill>
                  <a:srgbClr val="CCCCCC"/>
                </a:solidFill>
              </a:rPr>
              <a:t> Vídeos demostratius reals</a:t>
            </a:r>
          </a:p>
          <a:p>
            <a:r>
              <a:rPr sz="1600">
                <a:solidFill>
                  <a:srgbClr val="CCCCCC"/>
                </a:solidFill>
              </a:rPr>
              <a:t> Sistema de desbloqueig de nivells</a:t>
            </a:r>
          </a:p>
          <a:p>
            <a:r>
              <a:rPr sz="1600">
                <a:solidFill>
                  <a:srgbClr val="CCCCCC"/>
                </a:solidFill>
              </a:rPr>
              <a:t> Perfils d'usuari i progrés</a:t>
            </a:r>
          </a:p>
          <a:p>
            <a:r>
              <a:rPr sz="1600">
                <a:solidFill>
                  <a:srgbClr val="CCCCCC"/>
                </a:solidFill>
              </a:rPr>
              <a:t> Nous tipus d'exercici</a:t>
            </a:r>
          </a:p>
          <a:p>
            <a:r>
              <a:rPr sz="1600">
                <a:solidFill>
                  <a:srgbClr val="CCCCCC"/>
                </a:solidFill>
              </a:rPr>
              <a:t> Domini propi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